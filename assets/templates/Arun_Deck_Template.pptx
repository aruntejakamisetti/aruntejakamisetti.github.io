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534AB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4114800" cy="4114800"/>
          </a:xfrm>
          <a:prstGeom prst="ellipse">
            <a:avLst/>
          </a:prstGeom>
          <a:solidFill>
            <a:srgbClr val="7F77D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DECK TITLE GOES HERE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41248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FA9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short, sharp subtitle that frames the story.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pPr algn="l" indent="0" marL="0">
              <a:buNone/>
            </a:pPr>
            <a:r>
              <a:rPr lang="en-US" sz="1300" dirty="0">
                <a:solidFill>
                  <a:srgbClr val="AFA9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Aspiring AI Product Manager   ·   Month 2026</a:t>
            </a:r>
            <a:endParaRPr lang="en-US" sz="1300" dirty="0"/>
          </a:p>
        </p:txBody>
      </p:sp>
      <p:pic>
        <p:nvPicPr>
          <p:cNvPr id="7" name="Image 0" descr="/tmp/k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5720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34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AFA9E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41248" y="3200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Section title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EE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on what this section covers.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A9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A9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Slide title here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7665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key point — keep it to one idea per line.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point with the supporting detail.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point — end with the implication.</a:t>
            </a:r>
            <a:endParaRPr lang="en-US" sz="1700" dirty="0"/>
          </a:p>
          <a:p>
            <a:pPr algn="l" marL="342900" indent="-342900">
              <a:buSzPct val="100000"/>
              <a:buChar char="•"/>
            </a:pPr>
            <a:r>
              <a:rPr lang="en-US" sz="1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Fourth point if you need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1463040"/>
            <a:ext cx="3840480" cy="3931920"/>
          </a:xfrm>
          <a:prstGeom prst="roundRect">
            <a:avLst>
              <a:gd name="adj" fmla="val 2857"/>
            </a:avLst>
          </a:prstGeom>
          <a:solidFill>
            <a:srgbClr val="EEEDF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Callout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219456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C34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panel for a takeaway, a quote, or a key visual. Swap the fill for an image with rounded corners.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metric that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7F7FB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34AB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220 → 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evaluated to 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7F7FB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286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34AB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 → 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2628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product, BRD shipped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7F7FB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2286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34AB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32104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Before vs. after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7F7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A8A9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 one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 two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 three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EEEDFE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4AB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After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3774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C34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one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C34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two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C34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three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Case study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48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broken and why it mattered.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48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Approach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43400" y="24688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 framed it and what I did.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325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48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0" y="24688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measured outcome.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7744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578608" y="3383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arunteja2000@gmail.com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FA9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github.com/ArunTejaKamisetti  ·  linkedin.com/in/aruntejakamisetti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Arun Teja Kamisetti — Deck Template</dc:title>
  <dc:subject>PptxGenJS Presentation</dc:subject>
  <dc:creator>Arun Teja Kamisetti</dc:creator>
  <cp:lastModifiedBy>Arun Teja Kamisetti</cp:lastModifiedBy>
  <cp:revision>1</cp:revision>
  <dcterms:created xsi:type="dcterms:W3CDTF">2026-06-17T13:02:25Z</dcterms:created>
  <dcterms:modified xsi:type="dcterms:W3CDTF">2026-06-17T13:02:25Z</dcterms:modified>
</cp:coreProperties>
</file>